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12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29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slid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Custom</PresentationFormat>
  <Paragraphs>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Kame 20 IG Templates</dc:title>
  <dc:subject>PptxGenJS Presentation</dc:subject>
  <dc:creator>Kame AI Fashion</dc:creator>
  <cp:lastModifiedBy>Admin</cp:lastModifiedBy>
  <cp:revision>1</cp:revision>
  <dcterms:created xsi:type="dcterms:W3CDTF">2026-03-21T13:12:00Z</dcterms:created>
  <dcterms:modified xsi:type="dcterms:W3CDTF">2026-03-21T13:14:26Z</dcterms:modified>
</cp:coreProperties>
</file>